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 Bold"/>
      <p:regular r:id="rId201315"/>
    </p:embeddedFont>
    <p:embeddedFont>
      <p:font typeface="Inter Tight"/>
      <p:regular r:id="rId201316"/>
    </p:embeddedFont>
    <p:embeddedFont>
      <p:font typeface="Inter Tigh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jpe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2016522"/>
            <a:ext cx="10769331" cy="282495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142971" y="2287349"/>
            <a:ext cx="9905752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Slide 1 — MakeMyTrip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42971" y="3057227"/>
            <a:ext cx="1033754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Frontend Web Development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971" y="3376613"/>
            <a:ext cx="9905752" cy="78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frontend clone inspired by the MakeMyTrip travel website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Designed to provide a simple and attractive travel-booking experience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Focused on user-friendly interface and responsive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2971" y="4245868"/>
            <a:ext cx="1033754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Presented by: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Yash Rajput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24827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Slide 2 — 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3581400"/>
            <a:ext cx="7132161" cy="3276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380990" y="3844569"/>
            <a:ext cx="6370180" cy="647700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About the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0990" y="4530725"/>
            <a:ext cx="6370180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MakeMyTrip Clone is a frontend web development project.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It replicates the basic design and layout of a travel-booking website.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Users can explore different travel services through an easy-to-use interface.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project focuses mainly on </a:t>
            </a:r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UI/UX and frontend functionality</a:t>
            </a:r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36855" y="3581400"/>
            <a:ext cx="4754840" cy="3276600"/>
          </a:xfrm>
          <a:prstGeom prst="rect">
            <a:avLst/>
          </a:prstGeom>
          <a:solidFill>
            <a:srgbClr val="EEEEF2"/>
          </a:solidFill>
          <a:ln/>
        </p:spPr>
      </p:sp>
      <p:sp>
        <p:nvSpPr>
          <p:cNvPr id="7" name="Text 5"/>
          <p:cNvSpPr/>
          <p:nvPr/>
        </p:nvSpPr>
        <p:spPr>
          <a:xfrm>
            <a:off x="7792446" y="4549716"/>
            <a:ext cx="4043658" cy="647700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Objective: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92446" y="5282208"/>
            <a:ext cx="4043658" cy="514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Create a modern and responsive travel website.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Make navigation simple and user-friendly.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98387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Slide 3 — Technologies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2865140"/>
            <a:ext cx="3454314" cy="243830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88978" y="3077508"/>
            <a:ext cx="2895528" cy="647700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1. HTML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88978" y="3763665"/>
            <a:ext cx="2895528" cy="99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Used to create the structure of the website.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Creates sections, buttons, forms, navigation bars, etc.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68691" y="2865140"/>
            <a:ext cx="3454314" cy="243830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4648084" y="3077508"/>
            <a:ext cx="2895528" cy="647700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2. CSS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648084" y="3763665"/>
            <a:ext cx="2895528" cy="99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Used for styling and designing the website.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Handles colors, fonts, spacing, layouts and responsiveness.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7797" y="2865140"/>
            <a:ext cx="3454314" cy="243830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8407190" y="3077508"/>
            <a:ext cx="2895528" cy="647700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3. JavaScript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07190" y="3763665"/>
            <a:ext cx="2895528" cy="1234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Adds interactivity and dynamic functionality.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Used for buttons, search interactions, form validation and user actions.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39824"/>
            <a:ext cx="6400640" cy="625475"/>
          </a:xfrm>
          <a:prstGeom prst="rect">
            <a:avLst/>
          </a:prstGeom>
          <a:noFill/>
          <a:ln/>
        </p:spPr>
        <p:txBody>
          <a:bodyPr wrap="none" lIns="0" tIns="91986" rIns="0" bIns="91986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Slide 4 — Key Features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3387" y="961727"/>
            <a:ext cx="370275" cy="370284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89" y="1075333"/>
            <a:ext cx="143070" cy="143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387" y="1387452"/>
            <a:ext cx="640054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Responsive Homepage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33387" y="1710035"/>
            <a:ext cx="370275" cy="370284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9" y="1823641"/>
            <a:ext cx="143070" cy="1430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387" y="2135759"/>
            <a:ext cx="640054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Flight Search Section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33387" y="2458343"/>
            <a:ext cx="370275" cy="370284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89" y="2571948"/>
            <a:ext cx="143070" cy="1430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3387" y="2884067"/>
            <a:ext cx="640054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Hotel Search Section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33387" y="3206651"/>
            <a:ext cx="370275" cy="370284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89" y="3320256"/>
            <a:ext cx="143070" cy="1430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3387" y="3632375"/>
            <a:ext cx="640054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Search and Input Forms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33387" y="3954959"/>
            <a:ext cx="370275" cy="370284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89" y="4068564"/>
            <a:ext cx="143070" cy="14307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3387" y="4380683"/>
            <a:ext cx="640054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Date Selection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533387" y="4703266"/>
            <a:ext cx="370275" cy="370284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89" y="4816872"/>
            <a:ext cx="143070" cy="14307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3387" y="5128991"/>
            <a:ext cx="640054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Passenger/Guest Selection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533387" y="5451574"/>
            <a:ext cx="370275" cy="370284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989" y="5565180"/>
            <a:ext cx="143070" cy="14307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3387" y="5877298"/>
            <a:ext cx="640054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Modern and Attractive UI</a:t>
            </a:r>
            <a:endParaRPr lang="en-US" sz="1150" dirty="0"/>
          </a:p>
        </p:txBody>
      </p:sp>
      <p:sp>
        <p:nvSpPr>
          <p:cNvPr id="24" name="Shape 15"/>
          <p:cNvSpPr/>
          <p:nvPr/>
        </p:nvSpPr>
        <p:spPr>
          <a:xfrm>
            <a:off x="533387" y="6199882"/>
            <a:ext cx="370275" cy="370284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89" y="6313488"/>
            <a:ext cx="143070" cy="14307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3387" y="6625606"/>
            <a:ext cx="640054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Responsive Design for Different Screen Sizes</a:t>
            </a:r>
            <a:endParaRPr lang="en-US" sz="11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77895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01847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Slide 5 — User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266594"/>
            <a:ext cx="10972526" cy="647700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How the Website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952750"/>
            <a:ext cx="10972526" cy="161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 opens the MakeMyTrip Clone website.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 selects a travel service such as </a:t>
            </a:r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Flights or Hotels</a:t>
            </a:r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 enters required details.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JavaScript processes the user's input.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Available/search results are displayed.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 selects the required option and continues.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4691261"/>
            <a:ext cx="1097252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Main Focus: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Simple navigation + attractive UI + smooth user interaction.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24827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Slide 6 — Conclusion &amp; Future Scope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2157413"/>
            <a:ext cx="5943451" cy="254307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330192" y="2369781"/>
            <a:ext cx="5283068" cy="647700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0192" y="3055938"/>
            <a:ext cx="5283068" cy="126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Successfully designed a travel-booking website frontend.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Learned practical implementation of </a:t>
            </a:r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HTML, CSS and JavaScript</a:t>
            </a:r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Improved understanding of responsive web design and user interface development.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2157413"/>
            <a:ext cx="5943451" cy="2543076"/>
          </a:xfrm>
          <a:prstGeom prst="rect">
            <a:avLst/>
          </a:prstGeom>
          <a:solidFill>
            <a:srgbClr val="EEEEF2"/>
          </a:solidFill>
          <a:ln/>
        </p:spPr>
      </p:sp>
      <p:sp>
        <p:nvSpPr>
          <p:cNvPr id="7" name="Text 5"/>
          <p:cNvSpPr/>
          <p:nvPr/>
        </p:nvSpPr>
        <p:spPr>
          <a:xfrm>
            <a:off x="6578435" y="2369781"/>
            <a:ext cx="5283068" cy="647700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78435" y="3055938"/>
            <a:ext cx="5283068" cy="133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 real-time flight and hotel APIs.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 user login and registration.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Integrate online payment.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Connect the website with a database.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 complete booking and cancellation functionality.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585" y="5629672"/>
            <a:ext cx="10972526" cy="60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Thank You</a:t>
            </a:r>
            <a:endParaRPr lang="en-US" sz="1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Any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2026-10-08T06:35:59Z</dcterms:created>
  <dcterms:modified xsi:type="dcterms:W3CDTF">2026-10-08T06:35:59Z</dcterms:modified>
</cp:coreProperties>
</file>